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137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49A41A-2BA1-B5E3-D2B2-D4F31C0722B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FDC79F9-699E-E351-167C-E98FCA2147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2733467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640211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76DE5D-DCB0-020C-2705-EA365AE8453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Hello World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02BA36A-A91D-2103-E0A8-BF47609FDC2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Test</a:t>
            </a:r>
          </a:p>
        </p:txBody>
      </p:sp>
    </p:spTree>
    <p:extLst>
      <p:ext uri="{BB962C8B-B14F-4D97-AF65-F5344CB8AC3E}">
        <p14:creationId xmlns:p14="http://schemas.microsoft.com/office/powerpoint/2010/main" val="18774384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</Words>
  <Application>Microsoft Macintosh PowerPoint</Application>
  <PresentationFormat>On-screen Show (4:3)</PresentationFormat>
  <Paragraphs>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3" baseType="lpstr">
      <vt:lpstr>Arial</vt:lpstr>
      <vt:lpstr>Office Theme</vt:lpstr>
      <vt:lpstr>Hello World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Edwin Jose</cp:lastModifiedBy>
  <cp:revision>1</cp:revision>
  <dcterms:modified xsi:type="dcterms:W3CDTF">2026-03-20T17:00:20Z</dcterms:modified>
</cp:coreProperties>
</file>